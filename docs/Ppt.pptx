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BA214-9F5E-4877-8318-289C279105C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3F0FF-22DB-4A73-B3B5-9EEC4E590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7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BA3E-8408-DE95-EE8E-FCC35E94E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6704A-FBEF-779D-52C9-AB5BE71B1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007A2-ACC5-C007-2162-64BD4226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64DFA-F3FB-473A-3684-AEE3BF18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E307-10FD-2CA6-6099-5D441A14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49F0-31A0-2787-C5E4-5B7C167D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42A00-5226-CB5E-BA52-D26B9C847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F2866-5980-526C-B9A6-A24EF3A1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6457C-CC78-1FF0-73F5-315216DB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D7A8-B89A-FC24-AE40-6748F889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2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6608-5E30-98ED-15E4-F020998D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57385-4F54-7616-6B40-C8347D4E8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CE02-A357-8DBB-E0D4-DF18A126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6504D-90BC-C1EC-300E-0846AA25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2C628-C478-91FA-ED9B-B8BA0179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9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5789-BB63-7B43-850B-32212AE5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0E37-DA3B-F8A3-F8A3-37DF09D77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7D418-E276-4C11-F5C1-528C08D83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A0095-8CC8-346E-C679-F2F3126D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8D327-B104-B9D8-7F66-0C3CEECF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EA9E6-D563-37FF-AACF-BF387DDF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7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AE38-17CD-3829-8EE4-AE6625EC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255F9-5A24-3A2D-5A86-CED42BF22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72DC3-FE5C-610A-E0D6-923F39F9E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33AC9-D0A2-151D-DE85-D77347E19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1358A-172E-6174-C67E-D38088083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9F1686-5612-111B-03F0-1DF1F338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1AAAE-7C4C-3B07-CF4B-1DEA8F7B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5C4AB-28CE-8325-B0EC-5EBCA899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7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D7A0-B50D-F740-C4B5-76DC83C1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D66E8-7031-BCF9-F4A4-A5B5DBEF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C70C5-E73D-C4B2-D6C5-C43AEE87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75FCE-0727-5FE6-E04B-D55D9E72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2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CAA87-8D85-8689-4F28-B3669D2D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39F7C5-81BF-7909-D4BE-4DBA75DE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0C5E5-8086-A855-6202-036429A9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5F0B-1129-EA96-3230-E095EE1D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F53F8-6170-3498-9160-73361B301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5D3DE-FFC0-BF76-A875-610D79B05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C0254-D01A-6C13-A573-FC50EEBD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61A92-47D4-958B-DE26-ECE9D946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6BEC8-9150-A0AC-0EDA-7A9AA17A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7755-5742-A9E5-7E5F-BA756B7E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D0D45-0097-E672-D91F-F7404F84C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0BB4A-F8EC-E030-DA88-1709A8E1E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0F22B-4CF5-1E0B-7935-9634A35A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00307-4178-9590-7FAD-7D005DE9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638D3-84B9-7CB7-E371-27A93D2C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6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CC18-DDA3-E6B6-CDAB-4D1F150F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174A5-E35D-2479-83CA-D46DC4898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1DCF-DBCA-D608-EFBB-F082387D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C910E-8764-DF4B-138A-28EB6C84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37EEA-DFD1-637D-F8D5-F2267C82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5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1DF24-430E-35D1-CBDA-3768D109B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9E887-0DE9-B8A8-97F0-C13BF70D4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9E628-310E-8756-704F-B65996D2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A5D04-7166-5FE7-E0BC-46670B88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31ABC-2798-D032-A6EF-A130B74F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6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07FE7-1E3A-26CE-D47B-A92747BB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C1748-28AA-225D-DFBA-259F19DF3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5DE5F-18CD-CF3A-6AB6-11903365F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B0CCC-A25D-4D76-8CF6-4949AE3659B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B04E3-3303-CD56-E7EA-03CC897C4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C5FA7-E8FB-60C1-9219-00E2CADBD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03A7F-0AF3-4CB3-ABB3-51AF2970C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6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B0B6-7345-512B-CE03-CA7B06E4F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53" y="1023458"/>
            <a:ext cx="10452683" cy="248650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AI-Based Change Impact Analysis for Evolving Software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5E50C-17D9-73D4-404E-832152398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498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2420030563-G. Rohan Chowdary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2420030503-K. Anoop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2420030496 –P. Akhil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2420030383-P.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AdithyaRam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3428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716A-6F51-B830-A9F1-88D435D6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17486-43E8-61B9-5A8A-3ED1CFDA5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Software requirements frequently change during the development lifecycle. </a:t>
            </a:r>
          </a:p>
          <a:p>
            <a:pPr lvl="0"/>
            <a:r>
              <a:rPr lang="en-US" dirty="0"/>
              <a:t>Changes in one requirement can affect multiple modules, dependencies, and project tasks. </a:t>
            </a:r>
          </a:p>
          <a:p>
            <a:pPr lvl="0"/>
            <a:r>
              <a:rPr lang="en-US" dirty="0"/>
              <a:t>Traditional impact analysis is mostly manual and time-consuming. </a:t>
            </a:r>
          </a:p>
          <a:p>
            <a:pPr lvl="0"/>
            <a:r>
              <a:rPr lang="en-US" dirty="0"/>
              <a:t>It may overlook hidden dependencies and increase the risk of defects. </a:t>
            </a:r>
          </a:p>
          <a:p>
            <a:pPr lvl="0"/>
            <a:r>
              <a:rPr lang="en-US" b="1" dirty="0"/>
              <a:t>AI and NLP can automate requirement analysis and identify potential impacts.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The proposed system supports </a:t>
            </a:r>
            <a:r>
              <a:rPr lang="en-US" b="1" dirty="0"/>
              <a:t>Adaptive Software Engineering</a:t>
            </a:r>
            <a:r>
              <a:rPr lang="en-US" dirty="0"/>
              <a:t> by helping teams respond quickly to changing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75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82F6-FFBF-DDFF-10F6-5C487D72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45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D9FB-2764-7BB7-30BB-1341EF3B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29" y="1283516"/>
            <a:ext cx="11375472" cy="534378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Background</a:t>
            </a:r>
          </a:p>
          <a:p>
            <a:r>
              <a:rPr lang="en-US" dirty="0"/>
              <a:t>Changing software requirements can create unexpected effects across different components of a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Proposed Solution</a:t>
            </a:r>
          </a:p>
          <a:p>
            <a:r>
              <a:rPr lang="en-US" dirty="0"/>
              <a:t>An </a:t>
            </a:r>
            <a:r>
              <a:rPr lang="en-US" b="1" dirty="0"/>
              <a:t>AI-based Change Impact Analysis system</a:t>
            </a:r>
            <a:r>
              <a:rPr lang="en-US" dirty="0"/>
              <a:t> is proposed to analyze new or modified requirements and identify their possible effects.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 Features</a:t>
            </a:r>
          </a:p>
          <a:p>
            <a:pPr lvl="0"/>
            <a:r>
              <a:rPr lang="en-US" dirty="0"/>
              <a:t>Requirement similarity and dependency detection </a:t>
            </a:r>
          </a:p>
          <a:p>
            <a:pPr lvl="0"/>
            <a:r>
              <a:rPr lang="en-US" dirty="0"/>
              <a:t>Affected module identification </a:t>
            </a:r>
          </a:p>
          <a:p>
            <a:pPr lvl="0"/>
            <a:r>
              <a:rPr lang="en-US" dirty="0"/>
              <a:t>Impact and risk estimation </a:t>
            </a:r>
          </a:p>
          <a:p>
            <a:pPr lvl="0"/>
            <a:r>
              <a:rPr lang="en-US" dirty="0"/>
              <a:t>Intelligent recommendations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Outcome</a:t>
            </a:r>
          </a:p>
          <a:p>
            <a:r>
              <a:rPr lang="en-US" dirty="0"/>
              <a:t>The system enables </a:t>
            </a:r>
            <a:r>
              <a:rPr lang="en-US" b="1" dirty="0"/>
              <a:t>faster change analysis, better traceability, and efficient adaptation</a:t>
            </a:r>
            <a:r>
              <a:rPr lang="en-US" dirty="0"/>
              <a:t> to evolving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53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3803-4FD2-6516-AF6A-8C3C3BE0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62" y="8828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5475E7-814D-B765-FC88-574E3562E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940305"/>
              </p:ext>
            </p:extLst>
          </p:nvPr>
        </p:nvGraphicFramePr>
        <p:xfrm>
          <a:off x="1119035" y="1148409"/>
          <a:ext cx="9098253" cy="4699092"/>
        </p:xfrm>
        <a:graphic>
          <a:graphicData uri="http://schemas.openxmlformats.org/drawingml/2006/table">
            <a:tbl>
              <a:tblPr/>
              <a:tblGrid>
                <a:gridCol w="3032751">
                  <a:extLst>
                    <a:ext uri="{9D8B030D-6E8A-4147-A177-3AD203B41FA5}">
                      <a16:colId xmlns:a16="http://schemas.microsoft.com/office/drawing/2014/main" val="1797608897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2693119227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3175499472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Research Area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Key Finding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50554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Requirement Change Management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Requirement changes can significantly affect project cost and schedule.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01822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Software Change Impact Analysis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Dependency analysis helps identify components affected by changes.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07204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NLP for Requirements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NLP can extract useful information from natural-language requirements.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209609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Requirement Traceability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Traceability links help track relationships between requirements and components.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9062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Machine Learning for Software Engineering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ML can assist in predicting software development risks.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06191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6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Semantic Requirement Analysis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Semantic similarity can identify related or duplicate requirements.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053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6AB74FE-6942-BD3E-6177-FE3B53BA724C}"/>
              </a:ext>
            </a:extLst>
          </p:cNvPr>
          <p:cNvSpPr txBox="1"/>
          <p:nvPr/>
        </p:nvSpPr>
        <p:spPr>
          <a:xfrm>
            <a:off x="630768" y="5847501"/>
            <a:ext cx="104421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Research Gap</a:t>
            </a:r>
          </a:p>
          <a:p>
            <a:pPr>
              <a:buNone/>
            </a:pPr>
            <a:r>
              <a:rPr lang="en-US" dirty="0"/>
              <a:t>Most existing approaches focus on dependency or traceability analysis separately, while our approach combines AI-based semantic analysis with impact prediction and adaptive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98935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385D-DB8E-857D-5A40-371518DD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09" y="7151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5FD0F1-815A-900C-16F8-13914BDCA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089153"/>
              </p:ext>
            </p:extLst>
          </p:nvPr>
        </p:nvGraphicFramePr>
        <p:xfrm>
          <a:off x="1622783" y="1109016"/>
          <a:ext cx="8627652" cy="4639968"/>
        </p:xfrm>
        <a:graphic>
          <a:graphicData uri="http://schemas.openxmlformats.org/drawingml/2006/table">
            <a:tbl>
              <a:tblPr/>
              <a:tblGrid>
                <a:gridCol w="2875884">
                  <a:extLst>
                    <a:ext uri="{9D8B030D-6E8A-4147-A177-3AD203B41FA5}">
                      <a16:colId xmlns:a16="http://schemas.microsoft.com/office/drawing/2014/main" val="2565107241"/>
                    </a:ext>
                  </a:extLst>
                </a:gridCol>
                <a:gridCol w="2875884">
                  <a:extLst>
                    <a:ext uri="{9D8B030D-6E8A-4147-A177-3AD203B41FA5}">
                      <a16:colId xmlns:a16="http://schemas.microsoft.com/office/drawing/2014/main" val="773383256"/>
                    </a:ext>
                  </a:extLst>
                </a:gridCol>
                <a:gridCol w="2875884">
                  <a:extLst>
                    <a:ext uri="{9D8B030D-6E8A-4147-A177-3AD203B41FA5}">
                      <a16:colId xmlns:a16="http://schemas.microsoft.com/office/drawing/2014/main" val="3379743301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No.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Research Area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Key Finding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253845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7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Transformer-Based NLP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Transformer models improve contextual understanding of requirements.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4998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8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BERT for Requirements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Context-aware language models improve requirement classification.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605881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9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Defect Prediction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ML models can identify software components with higher defect risk.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34741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10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Change Prediction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Historical project data can help predict the effects of software changes.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637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11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AI-Assisted Agile Development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AI can support prioritization and decision-making in agile teams.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363065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12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Adaptive Software Engineering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Continuous feedback and adaptation improve response to changing requirements.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6792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A4F5C5-FD13-1B08-BDF3-EFCC1A4B9870}"/>
              </a:ext>
            </a:extLst>
          </p:cNvPr>
          <p:cNvSpPr txBox="1"/>
          <p:nvPr/>
        </p:nvSpPr>
        <p:spPr>
          <a:xfrm>
            <a:off x="678809" y="5748984"/>
            <a:ext cx="9049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Identified Gap</a:t>
            </a:r>
          </a:p>
          <a:p>
            <a:pPr>
              <a:buNone/>
            </a:pPr>
            <a:r>
              <a:rPr lang="en-US" dirty="0"/>
              <a:t>There is a need for an integrated system that understands requirement changes, identifies affected components, predicts impact, and recommends adaptive actions.</a:t>
            </a:r>
          </a:p>
        </p:txBody>
      </p:sp>
    </p:spTree>
    <p:extLst>
      <p:ext uri="{BB962C8B-B14F-4D97-AF65-F5344CB8AC3E}">
        <p14:creationId xmlns:p14="http://schemas.microsoft.com/office/powerpoint/2010/main" val="308017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B6D8-E511-628E-3058-2C43D8C2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BFC14-74FF-B4FC-C461-F769EFEF1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3209" cy="435133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Traditional Change Impact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New Requirement</a:t>
            </a:r>
            <a:br>
              <a:rPr lang="en-US" dirty="0"/>
            </a:br>
            <a:r>
              <a:rPr lang="en-US" dirty="0"/>
              <a:t>                ↓</a:t>
            </a:r>
            <a:br>
              <a:rPr lang="en-US" dirty="0"/>
            </a:br>
            <a:r>
              <a:rPr lang="en-US" dirty="0"/>
              <a:t>Manual Requirement Review</a:t>
            </a:r>
            <a:br>
              <a:rPr lang="en-US" dirty="0"/>
            </a:br>
            <a:r>
              <a:rPr lang="en-US" dirty="0"/>
              <a:t>                ↓</a:t>
            </a:r>
            <a:br>
              <a:rPr lang="en-US" dirty="0"/>
            </a:br>
            <a:r>
              <a:rPr lang="en-US" dirty="0"/>
              <a:t>Developer Identifies Dependencies</a:t>
            </a:r>
            <a:br>
              <a:rPr lang="en-US" dirty="0"/>
            </a:br>
            <a:r>
              <a:rPr lang="en-US" dirty="0"/>
              <a:t>                ↓</a:t>
            </a:r>
            <a:br>
              <a:rPr lang="en-US" dirty="0"/>
            </a:br>
            <a:r>
              <a:rPr lang="en-US" dirty="0"/>
              <a:t>Manual Module Analysis</a:t>
            </a:r>
            <a:br>
              <a:rPr lang="en-US" dirty="0"/>
            </a:br>
            <a:r>
              <a:rPr lang="en-US" dirty="0"/>
              <a:t>                ↓</a:t>
            </a:r>
            <a:br>
              <a:rPr lang="en-US" dirty="0"/>
            </a:br>
            <a:r>
              <a:rPr lang="en-US" dirty="0"/>
              <a:t>Impact Estimation</a:t>
            </a:r>
            <a:br>
              <a:rPr lang="en-US" dirty="0"/>
            </a:br>
            <a:r>
              <a:rPr lang="en-US" dirty="0"/>
              <a:t>                ↓</a:t>
            </a:r>
            <a:br>
              <a:rPr lang="en-US" dirty="0"/>
            </a:br>
            <a:r>
              <a:rPr lang="en-US" dirty="0"/>
              <a:t>Development Changes</a:t>
            </a:r>
            <a:br>
              <a:rPr lang="en-US" dirty="0"/>
            </a:br>
            <a:r>
              <a:rPr lang="en-US" dirty="0"/>
              <a:t>                ↓</a:t>
            </a:r>
            <a:br>
              <a:rPr lang="en-US" dirty="0"/>
            </a:br>
            <a:r>
              <a:rPr lang="en-US" dirty="0"/>
              <a:t>Manual Testing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7EB72-6FAF-2439-5AD9-A5281FD06774}"/>
              </a:ext>
            </a:extLst>
          </p:cNvPr>
          <p:cNvSpPr txBox="1"/>
          <p:nvPr/>
        </p:nvSpPr>
        <p:spPr>
          <a:xfrm>
            <a:off x="6627303" y="1712680"/>
            <a:ext cx="530184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Limitations</a:t>
            </a:r>
          </a:p>
          <a:p>
            <a:endParaRPr lang="en-US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Highly dependent on developer experience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Time-consuming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Difficult to identify hidden dependencies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Higher possibility of missed impacts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Limited automation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Difficult to handle large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61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5A7E-63DD-0845-2911-CCCF9B6F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B3DAD-48C2-5D9A-C2AA-A093085C5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753" y="1758513"/>
            <a:ext cx="6426665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AI-Based Adaptive Change Impact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New/Modified Requirement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NLP Preprocessing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Semantic Representation using Sentence Transformers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Similarity &amp; Dependency Detection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Affected Module Identification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Impact Prediction using ML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Risk Analysis &amp; Recommendations</a:t>
            </a:r>
            <a:br>
              <a:rPr lang="en-US" dirty="0"/>
            </a:br>
            <a:r>
              <a:rPr lang="en-US" dirty="0"/>
              <a:t>                 ↓</a:t>
            </a:r>
            <a:br>
              <a:rPr lang="en-US" dirty="0"/>
            </a:br>
            <a:r>
              <a:rPr lang="en-US" dirty="0"/>
              <a:t>Adaptive Development Plan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23092-38A2-36A0-C035-D5C178CF1496}"/>
              </a:ext>
            </a:extLst>
          </p:cNvPr>
          <p:cNvSpPr txBox="1"/>
          <p:nvPr/>
        </p:nvSpPr>
        <p:spPr>
          <a:xfrm>
            <a:off x="7139032" y="1690688"/>
            <a:ext cx="49327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Technologies:</a:t>
            </a:r>
          </a:p>
          <a:p>
            <a:endParaRPr lang="en-US" sz="2400" b="1" dirty="0"/>
          </a:p>
          <a:p>
            <a:r>
              <a:rPr lang="en-US" sz="2400" dirty="0"/>
              <a:t>HTML + CSS + JavaScript | Python Flask | NLP + Sentence Transformers | Scikit-learn | MongoDB | Pandas + NumPy | Chart.js | VS Code | Git/GitHub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8431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0C867-AD10-6739-5514-96043470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CE51-BFE1-EF41-46D6-133C6F869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67" y="1690687"/>
            <a:ext cx="11347508" cy="474188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Expected Outcome</a:t>
            </a:r>
          </a:p>
          <a:p>
            <a:pPr marL="0" indent="0">
              <a:buNone/>
            </a:pPr>
            <a:endParaRPr lang="en-US" sz="2600" b="1" dirty="0"/>
          </a:p>
          <a:p>
            <a:pPr lvl="0"/>
            <a:r>
              <a:rPr lang="en-US" sz="2600" dirty="0"/>
              <a:t>Automates software change impact analysis. </a:t>
            </a:r>
          </a:p>
          <a:p>
            <a:pPr lvl="0"/>
            <a:r>
              <a:rPr lang="en-US" sz="2600" dirty="0"/>
              <a:t>Identifies affected requirements and modules. </a:t>
            </a:r>
          </a:p>
          <a:p>
            <a:pPr lvl="0"/>
            <a:r>
              <a:rPr lang="en-US" sz="2600" dirty="0"/>
              <a:t>Predicts potential risks and impact levels. </a:t>
            </a:r>
          </a:p>
          <a:p>
            <a:pPr lvl="0"/>
            <a:r>
              <a:rPr lang="en-US" sz="2600" dirty="0"/>
              <a:t>Provides intelligent recommendations to developers. </a:t>
            </a:r>
          </a:p>
          <a:p>
            <a:pPr lvl="0"/>
            <a:r>
              <a:rPr lang="en-US" sz="2600" dirty="0"/>
              <a:t>Supports faster adaptation to changing requirements. </a:t>
            </a:r>
          </a:p>
          <a:p>
            <a:pPr marL="0" lv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Conclusion</a:t>
            </a:r>
          </a:p>
          <a:p>
            <a:r>
              <a:rPr lang="en-US" dirty="0"/>
              <a:t>The proposed system combines </a:t>
            </a:r>
            <a:r>
              <a:rPr lang="en-US" b="1" dirty="0"/>
              <a:t>AI, NLP, and Adaptive Software Engineering</a:t>
            </a:r>
            <a:r>
              <a:rPr lang="en-US" dirty="0"/>
              <a:t> to make software requirement change analysis more intelligent, faster, and reliable.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492D0-FCBC-1908-4C37-7FFFFF98A002}"/>
              </a:ext>
            </a:extLst>
          </p:cNvPr>
          <p:cNvSpPr txBox="1"/>
          <p:nvPr/>
        </p:nvSpPr>
        <p:spPr>
          <a:xfrm>
            <a:off x="7969541" y="1690688"/>
            <a:ext cx="43119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Future Scope</a:t>
            </a:r>
          </a:p>
          <a:p>
            <a:endParaRPr lang="en-US" sz="22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/>
              <a:t>Integration with Jira/GitHub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/>
              <a:t>LLM-based requirement explanation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/>
              <a:t>Real-time project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/>
              <a:t>Automated test-case impact analysis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12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655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Intelligent AI-Based Change Impact Analysis for Evolving Software Requirements</vt:lpstr>
      <vt:lpstr>Introduction</vt:lpstr>
      <vt:lpstr>Abstract</vt:lpstr>
      <vt:lpstr>Literature Survey</vt:lpstr>
      <vt:lpstr>Literature Survey</vt:lpstr>
      <vt:lpstr>Previous Methodology</vt:lpstr>
      <vt:lpstr>New Proposed Methodology</vt:lpstr>
      <vt:lpstr>Expected Outcome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Katta Anoop</dc:creator>
  <cp:lastModifiedBy>Katta Anoop</cp:lastModifiedBy>
  <cp:revision>5</cp:revision>
  <dcterms:created xsi:type="dcterms:W3CDTF">2026-08-18T16:45:42Z</dcterms:created>
  <dcterms:modified xsi:type="dcterms:W3CDTF">2026-08-19T03:45:57Z</dcterms:modified>
</cp:coreProperties>
</file>